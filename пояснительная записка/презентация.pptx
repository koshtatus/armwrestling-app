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70" r:id="rId12"/>
    <p:sldId id="271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48B66-6E66-46DF-BA55-A2BBC75C9C1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2E0-11F0-46AC-A4D5-AAFD839585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5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76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67E4-71B5-B940-B935-6A97B75E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C4D4A0-311F-9E5D-5E29-0D9E26EEE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7D6560-94CF-9A6A-A1E9-1E4015C9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891CE4-987F-D32D-F1F0-1A6F3180E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388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321B8-E103-9D3A-E617-52732CEF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AF8EAC-0A0D-E8CA-CF73-304D5AF5B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B60821-E09C-219B-58BE-1D1A00BD1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7EC8D9-D86F-E17E-8936-D09829835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2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B31F-9A84-103A-E4EB-1DAF3235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A3419B7-842C-F3C1-7E5A-FB78D1EE1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2A172B-23DF-1F50-B236-D0A540D36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288B9-58EB-E282-8612-9B8D9066F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2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828F-556C-6F87-3AF0-1EB2DA53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B15206-E49F-68BB-10A6-FD3D97EA1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34E36D-1FBC-C6B3-4B94-A6592E17E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D54A57-1574-2E8E-ED20-2B3CF87CB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967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3E67-1870-E231-3179-52620685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D69B07-847A-F5D3-8D1A-7F733D2E6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7378219-5085-C641-61F6-4A72207BC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25A28C-6FAC-FC09-783A-7A9795924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65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8659-A0A5-5819-F3F4-C6C9BFCC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27BDDA-B157-3FCC-5DF5-C2DEC5F0D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0EB7AE2-5659-A498-9727-79CA02151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F7B6AE-4E22-6514-9331-48E052DBC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848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1874-8BE5-2358-8D0D-B8FACB2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505C16-C217-392C-F584-BE12EA14E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448724-D3DF-D057-FC7E-253B8CA78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F51DC8-0B8A-86D3-CE4F-D5CCC56FB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338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4BE5-857F-4C41-A7E1-8431F439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AC0450-6F98-2BF9-9468-FD4001F44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FBD566-4C73-A7DA-BEA2-93822FF2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8D00D7-2C63-38AD-3217-CE3BB0CF9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257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2B862-013F-F087-1A92-D4FE53C7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1FFA6A-FE56-2024-F73D-90B345A5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101201-7F3E-FF55-68E1-C1A29E01F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D39D0A-B961-BF33-097B-C0144F0B6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28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5105-B6E8-2804-A77A-61FFA759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887701-C341-C6DA-9559-18117E2AE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5E1D543-E808-6E9F-499B-24D510ADF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75AD49-79A3-964F-3F8D-F9C1C5E0D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905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533D-30DF-790A-2B67-CA13BA6C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653E9AB-4D77-79F8-7B73-D8E28D6E3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7B3756D-91A4-ADEC-4841-ED72E2604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74AB0A-F0D1-C7D2-302B-2710C9661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299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DAE1-FDE3-9B60-733D-807827D0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59E99AC-515B-0569-D088-16D3F8B78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487A8C-6B1C-3808-AAEA-415E8E876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7F7F4C-870E-19A6-EF5F-5C74D4518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3F2E0-11F0-46AC-A4D5-AAFD8395850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62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24C84-D689-8358-E715-E2256A36E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68C5E7-3407-661D-47E8-73BB054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722950-E438-8C15-C6D0-60908A04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A6B-5B60-4CF4-8D65-20FC64E642D6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BFD817-A34D-27BF-7BD6-A9D5EF6B3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3B6EC2-541C-B4D3-2F29-D5B360E8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33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2E489-222E-86DB-D3B8-A5C34E5F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D15EB3-820C-0B37-8E85-8CC95003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BB33A2-C6DF-EDB9-DF99-15AF93586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03AF-48BF-4B4E-8296-ED5616B7E66B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345E5-0103-F10D-4AF5-936CD44D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8FDE59-D723-9444-5FE2-307D1F1F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653C2-0151-B58C-3BA3-3090306A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73906-3C55-6F8A-FFFF-E9A69237C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B8A7AD-4078-13BC-F741-CFD34773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A94-8485-4510-BEEE-382411C3A29D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EDB63-7BA7-F87F-A4E9-665D453A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BADE75-EC1D-9FBF-1E10-C99C4BE7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4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F3AEB-D60D-F0AA-FC7E-AED632BF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70FCEE-F9A2-F05D-69BA-1B2D94005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D52CDC-FB37-7A7D-82D3-599B64D09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98F437-141F-8553-AECE-48839151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3A24-F1C8-4658-BDC2-215E3910254D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7FC0DE-2C55-F0A4-3BCC-3058D495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2292C4-5439-5051-5744-FEE0ED9C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2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4C89-40A0-70A0-DBE8-D912A292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E9C2C2-EDE5-37BC-760D-43711923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86E826-A694-F3B6-082F-1C075AD28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7BEDB6-52DE-7A4D-EA3A-81BE34D12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A30F49E-433C-E0F8-70E7-A2423DD14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FADB4EC-3F92-2F97-C29F-1ACE80F2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B566-3C33-42EE-8C4C-D27A6C16FBAB}" type="datetime1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71DE52-72A2-AF18-C264-CA59E2B6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2675F5-41AA-938D-0D0A-4B45ECB1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55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DCE1E-9EF5-7332-9B53-F8E9299D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229509-6DE6-561F-5EF6-7DB2E92D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07F6-684F-4231-8FB6-28E86F939F31}" type="datetime1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E0D58A-04E1-2352-DFE0-486E7064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7C5A11-97C8-3009-6272-7988B2AE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95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4AA79F-A5B5-3D36-AC28-4F6448B4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372F-C2E1-4CDC-9673-DA9F4AB4ACAE}" type="datetime1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E79452-C8FA-A28C-3B61-DEE8A9C2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F53469-879B-EEEE-7B12-C7E597E6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69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37DE0-C972-B03F-5E68-3AB31C6E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ABB922-41BA-6261-F9D9-E9BC8229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9EE6B6-2E6A-8779-2048-B872EFA6C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E2F84B-A9DA-8682-DE54-7F78AA6E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85BD-2BA2-46FF-B49F-6B95AFF3BAB3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F6840D-719A-1A02-FEAA-44C48A43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F2BCE-6CFD-31A2-9DF9-3B041C64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53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9DEB7-F61F-3609-816B-AA123A30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62F64B-56EF-C782-E87F-74E0E95D2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D8BACE-1FB0-E297-3BF3-5470372E0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B1ECA9-1F8A-FF44-D2F9-A7947E08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BFE56-BC9A-412F-B67C-614A5FC8ECD4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DD6DDF-B070-B987-A500-8821B476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1FB2F6-9727-5002-0478-BD847CC2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40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3AD95-42F6-615A-91E3-CF336D6F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4834FD-A38E-0C8D-1F89-1D654F7E9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6C72E-787C-A9DC-E6BE-A8CE3E1B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3E45-C067-439B-8E26-F97743D78661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07F964-B69A-6F45-12B4-9AF4265B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6DB6B4-0032-11DA-C89C-3E87F957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75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C63E837-E73C-5295-67C4-8FD771B46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99FEE0-D9B2-5896-CB1D-20A9173E7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0978E4-8786-6557-6712-2E8E3D1F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FCDCA-DD3B-48DE-A9AA-AE9706D16BCA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021896-54F1-CC79-3E82-B2538640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A22038-8289-9291-29F2-C80A59E14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09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E7087-F28E-8274-991A-884F2B3E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D32A6B-39F9-6DD1-53DB-E13041BA4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6F830B-D0E0-2AB7-DABB-2033843DD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4EEC-4D4E-40DF-8326-1C1DC700C443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696A7-5EAB-F823-C166-8F097461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9D584-1301-2AA5-704A-A30A36B38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01F42-D07F-41F9-B497-C9145C6F2C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B997DE-2D9D-23E9-DF22-DFF2C05C6977}"/>
              </a:ext>
            </a:extLst>
          </p:cNvPr>
          <p:cNvSpPr txBox="1"/>
          <p:nvPr/>
        </p:nvSpPr>
        <p:spPr>
          <a:xfrm>
            <a:off x="3048762" y="365082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МИНОБРНАУКИ РОССИИ</a:t>
            </a: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ФГБОУ ВО «ИжГТУ имени М.Т. Калашникова»</a:t>
            </a: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Факультет «Информационные технологии»</a:t>
            </a: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Кафедра «Программное обеспечение»</a:t>
            </a: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Направление 09.03.04 «Программная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инженерия»</a:t>
            </a:r>
            <a:endParaRPr lang="ru-RU" sz="1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A4840-AC5B-6764-671A-FF24EA8E963D}"/>
              </a:ext>
            </a:extLst>
          </p:cNvPr>
          <p:cNvSpPr txBox="1"/>
          <p:nvPr/>
        </p:nvSpPr>
        <p:spPr>
          <a:xfrm>
            <a:off x="3048762" y="2951946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/>
                <a:ea typeface="Times New Roman"/>
                <a:cs typeface="Times New Roman"/>
              </a:rPr>
              <a:t>Разработка системы для организации соревнований по армрестлингу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D63C4-896B-19A8-A60B-7416553386CA}"/>
              </a:ext>
            </a:extLst>
          </p:cNvPr>
          <p:cNvSpPr txBox="1"/>
          <p:nvPr/>
        </p:nvSpPr>
        <p:spPr>
          <a:xfrm>
            <a:off x="6585966" y="4711160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defRPr/>
            </a:pPr>
            <a:r>
              <a:rPr lang="ru-RU" sz="1800" dirty="0">
                <a:latin typeface="Times New Roman"/>
                <a:ea typeface="Times New Roman"/>
                <a:cs typeface="Times New Roman"/>
              </a:rPr>
              <a:t>Дипломник			      Е.В. Егоров </a:t>
            </a:r>
          </a:p>
          <a:p>
            <a:pPr indent="0" algn="l">
              <a:defRPr/>
            </a:pPr>
            <a:r>
              <a:rPr lang="ru-RU" sz="1800" dirty="0">
                <a:latin typeface="Times New Roman"/>
                <a:ea typeface="Times New Roman"/>
                <a:cs typeface="Times New Roman"/>
              </a:rPr>
              <a:t>студент гр. Б22-191-1</a:t>
            </a:r>
            <a:br>
              <a:rPr lang="ru-RU" sz="1800" dirty="0">
                <a:latin typeface="Times New Roman"/>
                <a:ea typeface="Times New Roman"/>
                <a:cs typeface="Times New Roman"/>
              </a:rPr>
            </a:br>
            <a:endParaRPr lang="ru-RU" sz="1800" dirty="0">
              <a:latin typeface="Times New Roman"/>
              <a:cs typeface="Times New Roman"/>
            </a:endParaRPr>
          </a:p>
          <a:p>
            <a:pPr indent="0" algn="l">
              <a:defRPr/>
            </a:pPr>
            <a:r>
              <a:rPr lang="ru-RU" sz="1800" dirty="0">
                <a:latin typeface="Times New Roman"/>
                <a:ea typeface="Times New Roman"/>
                <a:cs typeface="Times New Roman"/>
              </a:rPr>
              <a:t>Руководитель		                К.С. Чернышев  </a:t>
            </a:r>
          </a:p>
          <a:p>
            <a:pPr indent="0" algn="l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Старший преподаватель кафедры</a:t>
            </a:r>
          </a:p>
          <a:p>
            <a:pPr indent="0" algn="l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«Программное обеспечение»</a:t>
            </a:r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157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730D1-40E0-9507-0F8F-06D6E9BD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51F45-69BF-BB8E-D41A-BC6A59EBAD07}"/>
              </a:ext>
            </a:extLst>
          </p:cNvPr>
          <p:cNvSpPr txBox="1"/>
          <p:nvPr/>
        </p:nvSpPr>
        <p:spPr>
          <a:xfrm>
            <a:off x="1309116" y="1462088"/>
            <a:ext cx="957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организаций соревнований по армрестлингу состоит в отсутствии единой системы, которая включает в себя регистрацию участников, ведение турнирной сетки, трансляцию турнирной сетки и составление итоговых протоколов.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92A796-DE2F-4AB0-A5C4-6B3250B5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16" y="3283493"/>
            <a:ext cx="3109890" cy="30118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2A5774-1D93-9983-7669-ED14FAC45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282" y="3283493"/>
            <a:ext cx="5059602" cy="3011804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2E0106-4D42-EB8F-8BC5-08194614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60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B78E-9A9C-6D8E-B3EC-7600054E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D95BC-733F-76F6-5420-DA258203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0E6EB-B5C1-F945-F33D-C7633A2F319D}"/>
              </a:ext>
            </a:extLst>
          </p:cNvPr>
          <p:cNvSpPr txBox="1"/>
          <p:nvPr/>
        </p:nvSpPr>
        <p:spPr>
          <a:xfrm>
            <a:off x="911352" y="1462088"/>
            <a:ext cx="103692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разработка веб-платформы, предназначенной для автоматизации организации и проведения соревнований по армрестлингу.</a:t>
            </a:r>
          </a:p>
          <a:p>
            <a:pPr indent="45000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модуль для автоматического создания базы данных участников с учетом возрастных и весовых категорий;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онлайн-регистрации и проверки статуса заявок;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автоматическое формирование турнирной сетки и ведение хода соревнований;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генерации итоговых протоколов;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 онлайн-трансляции турнирной сетки соревнований для зрителей.</a:t>
            </a:r>
          </a:p>
          <a:p>
            <a:pPr indent="450000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00F088-80BF-495F-8E1C-4B7F3B8B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33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CC8C-EE73-65BC-B115-7C2AC36D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6EF15-A216-6247-28B4-35119E6A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 обзор конкурентов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E20E212-2880-D5D1-244F-E7E4B8BEA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54439"/>
              </p:ext>
            </p:extLst>
          </p:nvPr>
        </p:nvGraphicFramePr>
        <p:xfrm>
          <a:off x="838200" y="1555405"/>
          <a:ext cx="10515600" cy="46135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60255">
                  <a:extLst>
                    <a:ext uri="{9D8B030D-6E8A-4147-A177-3AD203B41FA5}">
                      <a16:colId xmlns:a16="http://schemas.microsoft.com/office/drawing/2014/main" val="4178381210"/>
                    </a:ext>
                  </a:extLst>
                </a:gridCol>
                <a:gridCol w="1607799">
                  <a:extLst>
                    <a:ext uri="{9D8B030D-6E8A-4147-A177-3AD203B41FA5}">
                      <a16:colId xmlns:a16="http://schemas.microsoft.com/office/drawing/2014/main" val="3432129801"/>
                    </a:ext>
                  </a:extLst>
                </a:gridCol>
                <a:gridCol w="1776321">
                  <a:extLst>
                    <a:ext uri="{9D8B030D-6E8A-4147-A177-3AD203B41FA5}">
                      <a16:colId xmlns:a16="http://schemas.microsoft.com/office/drawing/2014/main" val="315638401"/>
                    </a:ext>
                  </a:extLst>
                </a:gridCol>
                <a:gridCol w="1298082">
                  <a:extLst>
                    <a:ext uri="{9D8B030D-6E8A-4147-A177-3AD203B41FA5}">
                      <a16:colId xmlns:a16="http://schemas.microsoft.com/office/drawing/2014/main" val="3253630275"/>
                    </a:ext>
                  </a:extLst>
                </a:gridCol>
                <a:gridCol w="1930044">
                  <a:extLst>
                    <a:ext uri="{9D8B030D-6E8A-4147-A177-3AD203B41FA5}">
                      <a16:colId xmlns:a16="http://schemas.microsoft.com/office/drawing/2014/main" val="2799360460"/>
                    </a:ext>
                  </a:extLst>
                </a:gridCol>
                <a:gridCol w="1643099">
                  <a:extLst>
                    <a:ext uri="{9D8B030D-6E8A-4147-A177-3AD203B41FA5}">
                      <a16:colId xmlns:a16="http://schemas.microsoft.com/office/drawing/2014/main" val="914565056"/>
                    </a:ext>
                  </a:extLst>
                </a:gridCol>
              </a:tblGrid>
              <a:tr h="44644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Мое решение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Armscorer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Таблицы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ArmGrid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Challonge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736046249"/>
                  </a:ext>
                </a:extLst>
              </a:tr>
              <a:tr h="56680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Подача заявок на соревнования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4205301746"/>
                  </a:ext>
                </a:extLst>
              </a:tr>
              <a:tr h="33513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руб.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2102333070"/>
                  </a:ext>
                </a:extLst>
              </a:tr>
              <a:tr h="4509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Ведение турнирной сетки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3845680047"/>
                  </a:ext>
                </a:extLst>
              </a:tr>
              <a:tr h="56680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 истории соревнований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187795019"/>
                  </a:ext>
                </a:extLst>
              </a:tr>
              <a:tr h="4509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 итоговых протоколов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3238986949"/>
                  </a:ext>
                </a:extLst>
              </a:tr>
              <a:tr h="56680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Трансляция хода соревнований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1829316578"/>
                  </a:ext>
                </a:extLst>
              </a:tr>
              <a:tr h="29213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русский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русский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русский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английский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русский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1409228677"/>
                  </a:ext>
                </a:extLst>
              </a:tr>
              <a:tr h="4509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приложения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веб-приложение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desktop-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приложение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Excel-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веб-приложение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веб-приложение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3207073361"/>
                  </a:ext>
                </a:extLst>
              </a:tr>
              <a:tr h="33513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Страна разработки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РФ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РФ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РФ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США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США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414" marR="33414" marT="0" marB="0" anchor="ctr"/>
                </a:tc>
                <a:extLst>
                  <a:ext uri="{0D108BD9-81ED-4DB2-BD59-A6C34878D82A}">
                    <a16:rowId xmlns:a16="http://schemas.microsoft.com/office/drawing/2014/main" val="101555447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D9A8E0-9D9B-FA40-F5FE-2EBBBF47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7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BDF8-85AB-A2F1-6C63-F98CD9C7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48434-CCC8-0FBE-EA2D-44B92646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Структурная схема системы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298505-DC8E-782C-1DEE-27C465E0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AE9207-44EA-6679-4C33-4735052B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143" y="1462088"/>
            <a:ext cx="9141713" cy="449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7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C779-700C-1214-4488-6866B6E4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11F3F-A771-BA19-6053-9FB07C02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317FC7-03ED-4C0D-EEFF-A5A76B51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6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C777FF-8131-34E2-39CB-CCB48309D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48" y="1271334"/>
            <a:ext cx="11120501" cy="508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02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FC5E0-ACAA-084B-40BA-70E214B5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B10DC-04FF-11DC-2E79-B58D91AB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26" y="2766218"/>
            <a:ext cx="3785236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7B4AFD-9747-DFE9-1B24-CB05F2F9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7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E116F4-F768-0E9C-8E69-5ADB24E8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0"/>
            <a:ext cx="8369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5E54F-2209-AE9F-69EE-534FA94C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4ED69-BEF5-BBD8-CEE6-F94E6502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16"/>
            <a:ext cx="5989320" cy="2835275"/>
          </a:xfrm>
        </p:spPr>
        <p:txBody>
          <a:bodyPr>
            <a:normAutofit/>
          </a:bodyPr>
          <a:lstStyle/>
          <a:p>
            <a:pPr indent="450000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проверки заявки организатором соревнования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1D8FC2-0C06-66A3-B6A7-3E04B96A4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6264"/>
            <a:ext cx="5257802" cy="64854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AED0A-EE0D-AB0A-028A-E94035A2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47C9C1-1689-AD95-68D6-7BD1CAB08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80443"/>
            <a:ext cx="5390361" cy="274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96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F237-AF90-3D90-893A-6E1290BA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29E0869-B274-1596-EBD9-91A1D8B7936F}"/>
              </a:ext>
            </a:extLst>
          </p:cNvPr>
          <p:cNvSpPr txBox="1">
            <a:spLocks/>
          </p:cNvSpPr>
          <p:nvPr/>
        </p:nvSpPr>
        <p:spPr>
          <a:xfrm>
            <a:off x="481466" y="302480"/>
            <a:ext cx="4071844" cy="15533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создания турнирной сетки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17BF864-683E-7334-D4C5-E0DEF876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0DE82D-9797-C8DB-C8FD-6EF65DDA6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43" y="2304801"/>
            <a:ext cx="4534533" cy="356284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2000106-CE46-B2E9-AE6F-BDD2C524B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456" y="0"/>
            <a:ext cx="4305139" cy="685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579CC0-CD6C-12D7-9A3E-207B1275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368" y="0"/>
            <a:ext cx="21686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72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D6EA-540D-AA65-8568-30BC475D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B4DA3-052F-57FA-2E4B-F6AEB78B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238375" cy="222885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ведения турнирной сетки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8D6795-2F44-D966-7BE3-569D9D4C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10</a:t>
            </a:fld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0F21D6-2429-7DF5-2368-BC817D5A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303" y="1"/>
            <a:ext cx="627121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D563CD7-F111-95F2-3FB1-923311F6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631" y="2"/>
            <a:ext cx="4509369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36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C303-C367-CAEF-4A9E-89DD0FD0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8D0F62-1624-0B3A-095C-59879656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11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2CA216-0AA4-B3B8-B96D-195A05E8E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313890"/>
            <a:ext cx="11212490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2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6B7F1-E109-38FE-AEC6-5ACB9E80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15A52B-12BB-5B62-888A-FB10052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12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BDDF07-2D9D-F26D-7C11-500E49C4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305" y="621792"/>
            <a:ext cx="4135389" cy="5614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61B1E-A8E0-6190-8E7A-B42CD64A772A}"/>
              </a:ext>
            </a:extLst>
          </p:cNvPr>
          <p:cNvSpPr txBox="1"/>
          <p:nvPr/>
        </p:nvSpPr>
        <p:spPr>
          <a:xfrm>
            <a:off x="3048761" y="136525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 внедрения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4532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FF60-4DDE-5698-A582-E45CBBC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62ADB-72A2-D8E9-18DC-B2E0A3C0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0CAD6-5596-0A36-E4D6-E3EB06DC206E}"/>
              </a:ext>
            </a:extLst>
          </p:cNvPr>
          <p:cNvSpPr txBox="1"/>
          <p:nvPr/>
        </p:nvSpPr>
        <p:spPr>
          <a:xfrm>
            <a:off x="838200" y="1905506"/>
            <a:ext cx="10515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для автоматического создания базы данных участников с учетом возрастных и весовых категорий;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онлайн-регистрации и проверки статуса заявок;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автоматическое формирование турнирной сетки и ведение хода соревнований;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генерации итоговых протоколов;</a:t>
            </a:r>
          </a:p>
          <a:p>
            <a:pPr marL="450000" lvl="0" indent="450000" algn="just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функционал онлайн-трансляции турнирной сетки соревнований для зрителей.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DC1A81-7095-6AA8-FA31-05DDB1F0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32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89BB-9C85-1718-71F3-85DF30A5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C02741-124C-E3D8-689C-6A46E67BF7D3}"/>
              </a:ext>
            </a:extLst>
          </p:cNvPr>
          <p:cNvSpPr txBox="1"/>
          <p:nvPr/>
        </p:nvSpPr>
        <p:spPr>
          <a:xfrm>
            <a:off x="0" y="2659559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000" lvl="0"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D542D0-3C90-02B6-F121-D33ED431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7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209C-6272-1742-A09B-C17BC122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EAB9D0-7B1B-5927-74D8-A0ADA21BA799}"/>
              </a:ext>
            </a:extLst>
          </p:cNvPr>
          <p:cNvSpPr txBox="1"/>
          <p:nvPr/>
        </p:nvSpPr>
        <p:spPr>
          <a:xfrm>
            <a:off x="0" y="425406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000" lvl="0"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0D2CF96-ADD3-5AE7-AA95-0D49C0DA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1F42-D07F-41F9-B497-C9145C6F2C52}" type="slidenum">
              <a:rPr lang="ru-RU" smtClean="0"/>
              <a:t>15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D9A8F-62F7-E06D-DDA2-59439548A4F7}"/>
              </a:ext>
            </a:extLst>
          </p:cNvPr>
          <p:cNvSpPr txBox="1"/>
          <p:nvPr/>
        </p:nvSpPr>
        <p:spPr>
          <a:xfrm>
            <a:off x="1453896" y="1600200"/>
            <a:ext cx="68214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 обзор конкурентов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Структурная схема системы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 базы данных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 внедрения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13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8445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385</Words>
  <Application>Microsoft Office PowerPoint</Application>
  <PresentationFormat>Широкоэкранный</PresentationFormat>
  <Paragraphs>134</Paragraphs>
  <Slides>15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Предметная область</vt:lpstr>
      <vt:lpstr>Цель и задачи работы</vt:lpstr>
      <vt:lpstr>Аналитический обзор конкурентов</vt:lpstr>
      <vt:lpstr>Структурная схема системы</vt:lpstr>
      <vt:lpstr>Диаграмма прецедентов</vt:lpstr>
      <vt:lpstr>Диаграмма  базы данных</vt:lpstr>
      <vt:lpstr>Алгоритм проверки заявки организатором соревнования</vt:lpstr>
      <vt:lpstr>Презентация PowerPoint</vt:lpstr>
      <vt:lpstr>Алгоритм ведения турнирной сетки</vt:lpstr>
      <vt:lpstr>Презентация PowerPoint</vt:lpstr>
      <vt:lpstr>Презентация PowerPoint</vt:lpstr>
      <vt:lpstr>Выводы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Егоров</dc:creator>
  <cp:lastModifiedBy>Егор Егоров</cp:lastModifiedBy>
  <cp:revision>13</cp:revision>
  <dcterms:created xsi:type="dcterms:W3CDTF">2026-05-15T06:37:30Z</dcterms:created>
  <dcterms:modified xsi:type="dcterms:W3CDTF">2026-06-22T19:00:42Z</dcterms:modified>
</cp:coreProperties>
</file>